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notesSlides/notesSlide.xml" ContentType="application/vnd.openxmlformats-officedocument.presentationml.notesSlide+xml"/>
  <Override PartName="/ppt/slides/slide3.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notesSlides/notesSlide3.xml" ContentType="application/vnd.openxmlformats-officedocument.presentationml.notesSlide+xml"/>
  <Override PartName="/ppt/slides/slide5.xml" ContentType="application/vnd.openxmlformats-officedocument.presentationml.slide+xml"/>
  <Override PartName="/ppt/notesSlides/notesSlide4.xml" ContentType="application/vnd.openxmlformats-officedocument.presentationml.notesSlide+xml"/>
  <Override PartName="/ppt/slides/slide6.xml" ContentType="application/vnd.openxmlformats-officedocument.presentationml.slide+xml"/>
  <Override PartName="/ppt/notesSlides/notesSlide5.xml" ContentType="application/vnd.openxmlformats-officedocument.presentationml.notesSlide+xml"/>
  <Override PartName="/ppt/slides/slide7.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notesSlides/notesSlide7.xml" ContentType="application/vnd.openxmlformats-officedocument.presentationml.notesSlide+xml"/>
  <Override PartName="/ppt/slides/slide9.xml" ContentType="application/vnd.openxmlformats-officedocument.presentationml.slide+xml"/>
  <Override PartName="/ppt/notesSlides/notesSlide8.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elId0"/>
    <p:sldId id="258" r:id="RelId1"/>
    <p:sldId id="259" r:id="RelId2"/>
    <p:sldId id="260" r:id="RelId3"/>
    <p:sldId id="261" r:id="RelId4"/>
    <p:sldId id="262" r:id="RelId5"/>
    <p:sldId id="263" r:id="RelId6"/>
    <p:sldId id="264" r:id="Rel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80" autoAdjust="0"/>
    <p:restoredTop sz="86410" autoAdjust="0"/>
  </p:normalViewPr>
  <p:slideViewPr>
    <p:cSldViewPr snapToGrid="0" snapToObjects="1">
      <p:cViewPr varScale="1">
        <p:scale>
          <a:sx n="72" d="100"/>
          <a:sy n="72" d="100"/>
        </p:scale>
        <p:origin x="84" y="75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presProps" Target="presProps.xml" Id="rId3" /><Relationship Type="http://schemas.openxmlformats.org/officeDocument/2006/relationships/slide" Target="slides/slide1.xml" Id="rId2" /><Relationship Type="http://schemas.openxmlformats.org/officeDocument/2006/relationships/slideMaster" Target="slideMasters/slideMaster1.xml" Id="rId1" /><Relationship Type="http://schemas.openxmlformats.org/officeDocument/2006/relationships/tableStyles" Target="tableStyles.xml" Id="rId6" /><Relationship Type="http://schemas.openxmlformats.org/officeDocument/2006/relationships/theme" Target="theme/theme1.xml" Id="rId5" /><Relationship Type="http://schemas.openxmlformats.org/officeDocument/2006/relationships/viewProps" Target="viewProps.xml" Id="rId4" /><Relationship Type="http://schemas.openxmlformats.org/officeDocument/2006/relationships/slide" Target="/ppt/slides/slide2.xml" Id="RelId0" /><Relationship Type="http://schemas.openxmlformats.org/officeDocument/2006/relationships/slide" Target="/ppt/slides/slide3.xml" Id="RelId1" /><Relationship Type="http://schemas.openxmlformats.org/officeDocument/2006/relationships/slide" Target="/ppt/slides/slide4.xml" Id="RelId2" /><Relationship Type="http://schemas.openxmlformats.org/officeDocument/2006/relationships/slide" Target="/ppt/slides/slide5.xml" Id="RelId3" /><Relationship Type="http://schemas.openxmlformats.org/officeDocument/2006/relationships/slide" Target="/ppt/slides/slide6.xml" Id="RelId4" /><Relationship Type="http://schemas.openxmlformats.org/officeDocument/2006/relationships/slide" Target="/ppt/slides/slide7.xml" Id="RelId5" /><Relationship Type="http://schemas.openxmlformats.org/officeDocument/2006/relationships/slide" Target="/ppt/slides/slide8.xml" Id="RelId6" /><Relationship Type="http://schemas.openxmlformats.org/officeDocument/2006/relationships/slide" Target="/ppt/slides/slide9.xml" Id="RelId7" /></Relationships>
</file>

<file path=ppt/notesSlides/notesSlide.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2.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3.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kpi</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pivotTable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Net SalesPerformance Over Time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pivotTable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pivotTable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kpi</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kpi</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4.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scatterChart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donutChart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donutChart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pivotTable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5.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pivotTable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donutChart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waterfallChart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GM % 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pivotTable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NP % 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scatterChart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6.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pivotTable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kpi</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lineClusteredColumnComboChart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kpi</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kpi</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pivotTable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7.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pivotTable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ribbonChart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donutChart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kpi</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pivotTable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donutChart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kpi</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pivotTable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kpi</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kpi</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lineStackedColumnComboChart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8.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11/25/2020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11/25/2020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11/25/2020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p14="http://schemas.microsoft.com/office/powerpoint/2010/main"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11/25/2020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Relationships xmlns="http://schemas.openxmlformats.org/package/2006/relationships"><Relationship Type="http://schemas.openxmlformats.org/officeDocument/2006/relationships/image" Target="../media/image1.png" Id="rId2" /><Relationship Type="http://schemas.openxmlformats.org/officeDocument/2006/relationships/slideLayout" Target="../slideLayouts/slideLayout7.xml" Id="rId1" /><Relationship Type="http://schemas.openxmlformats.org/officeDocument/2006/relationships/image" Target="../media/image3.png" Id="rId5" /><Relationship Type="http://schemas.openxmlformats.org/officeDocument/2006/relationships/image" Target="../media/image2.png" Id="rId4" /><Relationship Type="http://schemas.openxmlformats.org/officeDocument/2006/relationships/hyperlink" Target="https://app.powerbi.com/groups/me/reports/53f10641-6c39-4eae-b66b-9220c1e54c78?pbi_source=PowerPoint" TargetMode="External" Id="coverSlideHpLink" /></Relationships>
</file>

<file path=ppt/slides/_rels/slide2.xml.rels>&#65279;<?xml version="1.0" encoding="utf-8"?><Relationships xmlns="http://schemas.openxmlformats.org/package/2006/relationships"><Relationship Type="http://schemas.openxmlformats.org/officeDocument/2006/relationships/notesSlide" Target="/ppt/notesSlides/notesSlide.xml" Id="R289114d6b99e4389" /><Relationship Type="http://schemas.openxmlformats.org/officeDocument/2006/relationships/slideLayout" Target="/ppt/slideLayouts/slideLayout8.xml" Id="R5fbce7b1d23449d1" /><Relationship Type="http://schemas.openxmlformats.org/officeDocument/2006/relationships/hyperlink" Target="https://app.powerbi.com/groups/me/reports/53f10641-6c39-4eae-b66b-9220c1e54c78/?pbi_source=PowerPoint" TargetMode="External" Id="RelId0" /><Relationship Type="http://schemas.openxmlformats.org/officeDocument/2006/relationships/image" Target="/ppt/media/image4.png" Id="imgId152061165" /></Relationships>
</file>

<file path=ppt/slides/_rels/slide3.xml.rels>&#65279;<?xml version="1.0" encoding="utf-8"?><Relationships xmlns="http://schemas.openxmlformats.org/package/2006/relationships"><Relationship Type="http://schemas.openxmlformats.org/officeDocument/2006/relationships/notesSlide" Target="/ppt/notesSlides/notesSlide2.xml" Id="Rd0c7f54c9c5b449a" /><Relationship Type="http://schemas.openxmlformats.org/officeDocument/2006/relationships/slideLayout" Target="/ppt/slideLayouts/slideLayout8.xml" Id="R5dbf5aaeb16b4480" /><Relationship Type="http://schemas.openxmlformats.org/officeDocument/2006/relationships/hyperlink" Target="https://app.powerbi.com/groups/me/reports/53f10641-6c39-4eae-b66b-9220c1e54c78/?pbi_source=PowerPoint" TargetMode="External" Id="RelId1" /><Relationship Type="http://schemas.openxmlformats.org/officeDocument/2006/relationships/image" Target="/ppt/media/image5.png" Id="imgId152061160" /></Relationships>
</file>

<file path=ppt/slides/_rels/slide4.xml.rels>&#65279;<?xml version="1.0" encoding="utf-8"?><Relationships xmlns="http://schemas.openxmlformats.org/package/2006/relationships"><Relationship Type="http://schemas.openxmlformats.org/officeDocument/2006/relationships/notesSlide" Target="/ppt/notesSlides/notesSlide3.xml" Id="R952bc11cb9514694" /><Relationship Type="http://schemas.openxmlformats.org/officeDocument/2006/relationships/slideLayout" Target="/ppt/slideLayouts/slideLayout8.xml" Id="Rfe5a031cbeb745d8" /><Relationship Type="http://schemas.openxmlformats.org/officeDocument/2006/relationships/hyperlink" Target="https://app.powerbi.com/groups/me/reports/53f10641-6c39-4eae-b66b-9220c1e54c78/?pbi_source=PowerPoint" TargetMode="External" Id="RelId2" /><Relationship Type="http://schemas.openxmlformats.org/officeDocument/2006/relationships/image" Target="/ppt/media/image6.png" Id="imgId152061163" /></Relationships>
</file>

<file path=ppt/slides/_rels/slide5.xml.rels>&#65279;<?xml version="1.0" encoding="utf-8"?><Relationships xmlns="http://schemas.openxmlformats.org/package/2006/relationships"><Relationship Type="http://schemas.openxmlformats.org/officeDocument/2006/relationships/notesSlide" Target="/ppt/notesSlides/notesSlide4.xml" Id="R0fff0faac2814487" /><Relationship Type="http://schemas.openxmlformats.org/officeDocument/2006/relationships/slideLayout" Target="/ppt/slideLayouts/slideLayout8.xml" Id="R6955d080d12e4d76" /><Relationship Type="http://schemas.openxmlformats.org/officeDocument/2006/relationships/hyperlink" Target="https://app.powerbi.com/groups/me/reports/53f10641-6c39-4eae-b66b-9220c1e54c78/?pbi_source=PowerPoint" TargetMode="External" Id="RelId3" /><Relationship Type="http://schemas.openxmlformats.org/officeDocument/2006/relationships/image" Target="/ppt/media/image7.png" Id="imgId152061167" /></Relationships>
</file>

<file path=ppt/slides/_rels/slide6.xml.rels>&#65279;<?xml version="1.0" encoding="utf-8"?><Relationships xmlns="http://schemas.openxmlformats.org/package/2006/relationships"><Relationship Type="http://schemas.openxmlformats.org/officeDocument/2006/relationships/notesSlide" Target="/ppt/notesSlides/notesSlide5.xml" Id="Rcc1138bc19c8459e" /><Relationship Type="http://schemas.openxmlformats.org/officeDocument/2006/relationships/slideLayout" Target="/ppt/slideLayouts/slideLayout8.xml" Id="Rb97cc8b4c7484ddd" /><Relationship Type="http://schemas.openxmlformats.org/officeDocument/2006/relationships/hyperlink" Target="https://app.powerbi.com/groups/me/reports/53f10641-6c39-4eae-b66b-9220c1e54c78/?pbi_source=PowerPoint" TargetMode="External" Id="RelId4" /><Relationship Type="http://schemas.openxmlformats.org/officeDocument/2006/relationships/image" Target="/ppt/media/image8.png" Id="imgId152061161" /></Relationships>
</file>

<file path=ppt/slides/_rels/slide7.xml.rels>&#65279;<?xml version="1.0" encoding="utf-8"?><Relationships xmlns="http://schemas.openxmlformats.org/package/2006/relationships"><Relationship Type="http://schemas.openxmlformats.org/officeDocument/2006/relationships/notesSlide" Target="/ppt/notesSlides/notesSlide6.xml" Id="Re106ccd6d6314841" /><Relationship Type="http://schemas.openxmlformats.org/officeDocument/2006/relationships/slideLayout" Target="/ppt/slideLayouts/slideLayout8.xml" Id="Rad887da9028d44fa" /><Relationship Type="http://schemas.openxmlformats.org/officeDocument/2006/relationships/hyperlink" Target="https://app.powerbi.com/groups/me/reports/53f10641-6c39-4eae-b66b-9220c1e54c78/?pbi_source=PowerPoint" TargetMode="External" Id="RelId5" /><Relationship Type="http://schemas.openxmlformats.org/officeDocument/2006/relationships/image" Target="/ppt/media/image9.png" Id="imgId152061164" /></Relationships>
</file>

<file path=ppt/slides/_rels/slide8.xml.rels>&#65279;<?xml version="1.0" encoding="utf-8"?><Relationships xmlns="http://schemas.openxmlformats.org/package/2006/relationships"><Relationship Type="http://schemas.openxmlformats.org/officeDocument/2006/relationships/notesSlide" Target="/ppt/notesSlides/notesSlide7.xml" Id="Re33f5b877619421a" /><Relationship Type="http://schemas.openxmlformats.org/officeDocument/2006/relationships/slideLayout" Target="/ppt/slideLayouts/slideLayout8.xml" Id="Rc675ad4061304c64" /><Relationship Type="http://schemas.openxmlformats.org/officeDocument/2006/relationships/hyperlink" Target="https://app.powerbi.com/groups/me/reports/53f10641-6c39-4eae-b66b-9220c1e54c78/?pbi_source=PowerPoint" TargetMode="External" Id="RelId6" /><Relationship Type="http://schemas.openxmlformats.org/officeDocument/2006/relationships/image" Target="/ppt/media/imagea.png" Id="imgId152061166" /></Relationships>
</file>

<file path=ppt/slides/_rels/slide9.xml.rels>&#65279;<?xml version="1.0" encoding="utf-8"?><Relationships xmlns="http://schemas.openxmlformats.org/package/2006/relationships"><Relationship Type="http://schemas.openxmlformats.org/officeDocument/2006/relationships/notesSlide" Target="/ppt/notesSlides/notesSlide8.xml" Id="R28339fddecf24f75" /><Relationship Type="http://schemas.openxmlformats.org/officeDocument/2006/relationships/slideLayout" Target="/ppt/slideLayouts/slideLayout8.xml" Id="Re1ab3b0565e6400c" /><Relationship Type="http://schemas.openxmlformats.org/officeDocument/2006/relationships/hyperlink" Target="https://app.powerbi.com/groups/me/reports/53f10641-6c39-4eae-b66b-9220c1e54c78/?pbi_source=PowerPoint" TargetMode="External" Id="RelId7" /><Relationship Type="http://schemas.openxmlformats.org/officeDocument/2006/relationships/image" Target="/ppt/media/imageb.png" Id="imgId152061162" /></Relationships>
</file>

<file path=ppt/slides/slide1.xml><?xml version="1.0" encoding="utf-8"?>
<p:sld xmlns:adec="http://schemas.microsoft.com/office/drawing/2017/decorative"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itle 1"/>
          <p:cNvSpPr txBox="1">
            <a:spLocks noGrp="1"/>
          </p:cNvSpPr>
          <p:nvPr>
            <p:ph type="title" idx="4294967295"/>
          </p:nvPr>
        </p:nvSpPr>
        <p:spPr>
          <a:xfrm>
            <a:off x="810584" y="2982149"/>
            <a:ext cx="6314017" cy="6000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fontScale="90000"/>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F3C910"/>
                </a:solidFill>
                <a:effectLst/>
                <a:uLnTx/>
                <a:uFillTx/>
                <a:latin typeface="Segoe UI Light" charset="0"/>
                <a:ea typeface="Segoe UI Light" charset="0"/>
                <a:cs typeface="Segoe UI Light" charset="0"/>
              </a:rPr>
              <a:t>Business Insight 360 Power BI</a:t>
            </a:r>
            <a:endParaRPr kumimoji="0" lang="en-US" sz="4400" b="0" i="0" u="none" strike="noStrike" kern="1200" cap="none" spc="0" normalizeH="0" baseline="0" noProof="0" dirty="0">
              <a:ln>
                <a:noFill/>
              </a:ln>
              <a:solidFill>
                <a:srgbClr val="F3C910"/>
              </a:solidFill>
              <a:effectLst/>
              <a:uLnTx/>
              <a:uFillTx/>
              <a:latin typeface="Segoe UI Light" charset="0"/>
              <a:ea typeface="Segoe UI Light" charset="0"/>
              <a:cs typeface="Segoe UI Light" charset="0"/>
            </a:endParaRPr>
          </a:p>
        </p:txBody>
      </p:sp>
      <p:sp>
        <p:nvSpPr>
          <p:cNvPr id="13" name="Text Placeholder 2"/>
          <p:cNvSpPr txBox="1">
            <a:spLocks/>
          </p:cNvSpPr>
          <p:nvPr/>
        </p:nvSpPr>
        <p:spPr>
          <a:xfrm>
            <a:off x="853448" y="3658761"/>
            <a:ext cx="1488017" cy="25347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a:buNone/>
              <a:defRPr sz="1200" b="0" i="0" u="sng" kern="1200">
                <a:solidFill>
                  <a:schemeClr val="tx1"/>
                </a:solidFill>
                <a:latin typeface="Segoe UI" charset="0"/>
                <a:ea typeface="Segoe UI" charset="0"/>
                <a:cs typeface="Segoe UI" charset="0"/>
              </a:defRPr>
            </a:lvl1pPr>
            <a:lvl2pPr marL="457200" indent="0" algn="ctr" defTabSz="914400" rtl="0" eaLnBrk="1" latinLnBrk="0" hangingPunct="1">
              <a:lnSpc>
                <a:spcPct val="90000"/>
              </a:lnSpc>
              <a:spcBef>
                <a:spcPts val="500"/>
              </a:spcBef>
              <a:buFont typeface="Arial"/>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pPr algn="l"/>
            <a:r>
              <a:rPr lang="en-US" dirty="0">
                <a:solidFill>
                  <a:schemeClr val="bg1"/>
                </a:solidFill>
                <a:hlinkClick r:id="coverSlideHpLink"/>
              </a:rPr>
              <a:t>View in Power BI</a:t>
            </a:r>
            <a:endParaRPr lang="en-US" dirty="0">
              <a:solidFill>
                <a:schemeClr val="bg1"/>
              </a:solidFill>
            </a:endParaRPr>
          </a:p>
        </p:txBody>
      </p:sp>
      <p:sp>
        <p:nvSpPr>
          <p:cNvPr id="17" name="TextBox 16"/>
          <p:cNvSpPr txBox="1"/>
          <p:nvPr/>
        </p:nvSpPr>
        <p:spPr>
          <a:xfrm>
            <a:off x="832315" y="5823544"/>
            <a:ext cx="2177716" cy="369332"/>
          </a:xfrm>
          <a:prstGeom prst="rect">
            <a:avLst/>
          </a:prstGeom>
          <a:noFill/>
        </p:spPr>
        <p:txBody>
          <a:bodyPr wrap="square" rtlCol="0">
            <a:spAutoFit/>
          </a:bodyPr>
          <a:lstStyle/>
          <a:p>
            <a:r>
              <a:rPr lang="en-US" sz="900" b="1" i="0" dirty="0">
                <a:solidFill>
                  <a:schemeClr val="bg1"/>
                </a:solidFill>
                <a:latin typeface="Segoe UI Semibold" charset="0"/>
                <a:ea typeface="Segoe UI Semibold" charset="0"/>
                <a:cs typeface="Segoe UI Semibold" charset="0"/>
              </a:rPr>
              <a:t>Downloaded at:</a:t>
            </a:r>
          </a:p>
          <a:p>
            <a:r>
              <a:rPr lang="en-US" sz="900" b="0" i="0" dirty="0">
                <a:solidFill>
                  <a:schemeClr val="bg1"/>
                </a:solidFill>
                <a:latin typeface="Segoe UI" charset="0"/>
                <a:ea typeface="Segoe UI" charset="0"/>
                <a:cs typeface="Segoe UI" charset="0"/>
              </a:rPr>
              <a:t>7/18/2026 5:59:18 PM UTC</a:t>
            </a:r>
          </a:p>
        </p:txBody>
      </p:sp>
      <p:sp>
        <p:nvSpPr>
          <p:cNvPr id="10" name="TextBox 9"/>
          <p:cNvSpPr txBox="1"/>
          <p:nvPr/>
        </p:nvSpPr>
        <p:spPr>
          <a:xfrm>
            <a:off x="828512" y="5407903"/>
            <a:ext cx="2177716" cy="369332"/>
          </a:xfrm>
          <a:prstGeom prst="rect">
            <a:avLst/>
          </a:prstGeom>
          <a:noFill/>
        </p:spPr>
        <p:txBody>
          <a:bodyPr wrap="square" rtlCol="0">
            <a:spAutoFit/>
          </a:bodyPr>
          <a:lstStyle/>
          <a:p>
            <a:r>
              <a:rPr lang="en-US" sz="900" b="1" dirty="0">
                <a:solidFill>
                  <a:schemeClr val="bg1"/>
                </a:solidFill>
                <a:latin typeface="Segoe UI Semibold" charset="0"/>
                <a:ea typeface="Segoe UI Semibold" charset="0"/>
                <a:cs typeface="Segoe UI Semibold" charset="0"/>
              </a:rPr>
              <a:t>Last data refresh:</a:t>
            </a:r>
            <a:endParaRPr lang="en-US" sz="900" b="1" i="0" dirty="0">
              <a:solidFill>
                <a:schemeClr val="bg1"/>
              </a:solidFill>
              <a:latin typeface="Segoe UI Semibold" charset="0"/>
              <a:ea typeface="Segoe UI Semibold" charset="0"/>
              <a:cs typeface="Segoe UI Semibold" charset="0"/>
            </a:endParaRPr>
          </a:p>
          <a:p>
            <a:r>
              <a:rPr lang="en-US" sz="900" dirty="0">
                <a:solidFill>
                  <a:schemeClr val="bg1"/>
                </a:solidFill>
                <a:latin typeface="Segoe UI" charset="0"/>
                <a:ea typeface="Segoe UI" charset="0"/>
                <a:cs typeface="Segoe UI" charset="0"/>
              </a:rPr>
              <a:t>7/18/2026 12:15:37 PM UTC</a:t>
            </a:r>
            <a:endParaRPr lang="en-US" sz="900" b="0" i="0" dirty="0">
              <a:solidFill>
                <a:schemeClr val="bg1"/>
              </a:solidFill>
              <a:latin typeface="Segoe UI" charset="0"/>
              <a:ea typeface="Segoe UI" charset="0"/>
              <a:cs typeface="Segoe UI" charset="0"/>
            </a:endParaRPr>
          </a:p>
        </p:txBody>
      </p:sp>
      <p:pic>
        <p:nvPicPr>
          <p:cNvPr id="16" name="Picture 15" descr="Microsoft Power BI"/>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pic>
        <p:nvPicPr>
          <p:cNvPr id="18" name="Picture 17">
            <a:extLs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39696" y="3694176"/>
            <a:ext cx="162027" cy="153025"/>
          </a:xfrm>
          <a:prstGeom prst="rect">
            <a:avLst/>
          </a:prstGeom>
        </p:spPr>
      </p:pic>
    </p:spTree>
    <p:extLst>
      <p:ext uri="{BB962C8B-B14F-4D97-AF65-F5344CB8AC3E}">
        <p14:creationId xmlns:p14="http://schemas.microsoft.com/office/powerpoint/2010/main" val="7630729"/>
      </p:ext>
    </p:extLst>
  </p:cSld>
  <p:clrMapOvr>
    <a:masterClrMapping/>
  </p:clrMapOvr>
</p:sld>
</file>

<file path=ppt/slides/slide2.xml><?xml version="1.0" encoding="utf-8"?>
<p:sld xmlns:p="http://schemas.openxmlformats.org/presentationml/2006/main">
  <p:cSld>
    <p:spTree>
      <p:nvGrpSpPr>
        <p:cNvPr id="1" name=""/>
        <p:cNvGrpSpPr/>
        <p:nvPr/>
      </p:nvGrpSpPr>
      <p:grpSpPr/>
      <p:pic>
        <p:nvPicPr>
          <p:cNvPr id="3" name="Picture" title="This slide contains the following visuals: image ,image ,textbox ,textbox ,image ,textbox ,textbox ,cardVisual ,textbox ,textbox ,textbox ,textbox ,textbox ,cardVisual ,textbox ,textbox ,image ,textbox ,image ,textbox ,image ,textbox ,shape ,textbox ,image ,textbox ,textbox ,image. Please refer to the notes on this slide for details">
            <a:hlinkClick xmlns:r="http://schemas.openxmlformats.org/officeDocument/2006/relationships" xmlns:a="http://schemas.openxmlformats.org/drawingml/2006/main" r:id="RelId0"/>
          </p:cNvPr>
          <p:cNvPicPr>
            <a:picLocks xmlns:a="http://schemas.openxmlformats.org/drawingml/2006/main" noChangeAspect="1"/>
          </p:cNvPicPr>
          <p:nvPr/>
        </p:nvPicPr>
        <p:blipFill>
          <a:blip xmlns:r="http://schemas.openxmlformats.org/officeDocument/2006/relationships" xmlns:a="http://schemas.openxmlformats.org/drawingml/2006/main" r:embed="imgId152061165"/>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Home</a:t>
            </a:r>
          </a:p>
        </p:txBody>
      </p:sp>
    </p:spTree>
    <p:clrMapOvr>
      <a:masterClrMapping xmlns:a="http://schemas.openxmlformats.org/drawingml/2006/main"/>
    </p:clrMapOvr>
  </p:cSld>
</p:sld>
</file>

<file path=ppt/slides/slide3.xml><?xml version="1.0" encoding="utf-8"?>
<p:sld xmlns:p="http://schemas.openxmlformats.org/presentationml/2006/main">
  <p:cSld>
    <p:spTree>
      <p:nvGrpSpPr>
        <p:cNvPr id="1" name=""/>
        <p:cNvGrpSpPr/>
        <p:nvPr/>
      </p:nvGrpSpPr>
      <p:grpSpPr/>
      <p:pic>
        <p:nvPicPr>
          <p:cNvPr id="3" name="Picture" title="This slide contains the following visuals: image ,image ,textbox ,image ,shape ,image ,image ,image ,image ,textbox ,textbox ,shape ,image. Please refer to the notes on this slide for details">
            <a:hlinkClick xmlns:r="http://schemas.openxmlformats.org/officeDocument/2006/relationships" xmlns:a="http://schemas.openxmlformats.org/drawingml/2006/main" r:id="RelId1"/>
          </p:cNvPr>
          <p:cNvPicPr>
            <a:picLocks xmlns:a="http://schemas.openxmlformats.org/drawingml/2006/main" noChangeAspect="1"/>
          </p:cNvPicPr>
          <p:nvPr/>
        </p:nvPicPr>
        <p:blipFill>
          <a:blip xmlns:r="http://schemas.openxmlformats.org/officeDocument/2006/relationships" xmlns:a="http://schemas.openxmlformats.org/drawingml/2006/main" r:embed="imgId152061160"/>
          <a:stretch xmlns:a="http://schemas.openxmlformats.org/drawingml/2006/main">
            <a:fillRect/>
          </a:stretch>
        </p:blipFill>
        <p:spPr>
          <a:xfrm xmlns:a="http://schemas.openxmlformats.org/drawingml/2006/main">
            <a:off x="600075" y="0"/>
            <a:ext cx="10972800" cy="684847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Info</a:t>
            </a:r>
          </a:p>
        </p:txBody>
      </p:sp>
    </p:spTree>
    <p:clrMapOvr>
      <a:masterClrMapping xmlns:a="http://schemas.openxmlformats.org/drawingml/2006/main"/>
    </p:clrMapOvr>
  </p:cSld>
</p:sld>
</file>

<file path=ppt/slides/slide4.xml><?xml version="1.0" encoding="utf-8"?>
<p:sld xmlns:p="http://schemas.openxmlformats.org/presentationml/2006/main">
  <p:cSld>
    <p:spTree>
      <p:nvGrpSpPr>
        <p:cNvPr id="1" name=""/>
        <p:cNvGrpSpPr/>
        <p:nvPr/>
      </p:nvGrpSpPr>
      <p:grpSpPr/>
      <p:pic>
        <p:nvPicPr>
          <p:cNvPr id="3" name="Picture" title="This slide contains the following visuals: image ,shape ,image ,kpi ,slicer ,image ,textbox ,textbox ,slicer ,slicer ,pivotTable ,image ,shape ,Net SalesPerformance Over Time ,slicer ,slicer ,slicer ,textbox ,card ,image ,textbox ,card ,image ,image ,pivotTable ,cardVisual ,image ,shape ,textbox ,image ,image ,slicer ,pivotTable ,kpi ,image ,textbox ,kpi. Please refer to the notes on this slide for details">
            <a:hlinkClick xmlns:r="http://schemas.openxmlformats.org/officeDocument/2006/relationships" xmlns:a="http://schemas.openxmlformats.org/drawingml/2006/main" r:id="RelId2"/>
          </p:cNvPr>
          <p:cNvPicPr>
            <a:picLocks xmlns:a="http://schemas.openxmlformats.org/drawingml/2006/main" noChangeAspect="1"/>
          </p:cNvPicPr>
          <p:nvPr/>
        </p:nvPicPr>
        <p:blipFill>
          <a:blip xmlns:r="http://schemas.openxmlformats.org/officeDocument/2006/relationships" xmlns:a="http://schemas.openxmlformats.org/drawingml/2006/main" r:embed="imgId152061163"/>
          <a:stretch xmlns:a="http://schemas.openxmlformats.org/drawingml/2006/main">
            <a:fillRect/>
          </a:stretch>
        </p:blipFill>
        <p:spPr>
          <a:xfrm xmlns:a="http://schemas.openxmlformats.org/drawingml/2006/main">
            <a:off x="361950" y="0"/>
            <a:ext cx="11458575"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Finance View</a:t>
            </a:r>
          </a:p>
        </p:txBody>
      </p:sp>
    </p:spTree>
    <p:clrMapOvr>
      <a:masterClrMapping xmlns:a="http://schemas.openxmlformats.org/drawingml/2006/main"/>
    </p:clrMapOvr>
  </p:cSld>
</p:sld>
</file>

<file path=ppt/slides/slide5.xml><?xml version="1.0" encoding="utf-8"?>
<p:sld xmlns:p="http://schemas.openxmlformats.org/presentationml/2006/main">
  <p:cSld>
    <p:spTree>
      <p:nvGrpSpPr>
        <p:cNvPr id="1" name=""/>
        <p:cNvGrpSpPr/>
        <p:nvPr/>
      </p:nvGrpSpPr>
      <p:grpSpPr/>
      <p:pic>
        <p:nvPicPr>
          <p:cNvPr id="3" name="Picture" title="This slide contains the following visuals: scatterChart ,slicer ,image ,image ,image ,slicer ,tableEx ,textbox ,shape ,image ,slicer ,slicer ,image ,textbox ,donutChart ,donutChart ,pivotTable ,image ,image ,image ,textbox ,shape ,slicer ,textbox ,textbox ,slicer ,slicer ,slicer. Please refer to the notes on this slide for details">
            <a:hlinkClick xmlns:r="http://schemas.openxmlformats.org/officeDocument/2006/relationships" xmlns:a="http://schemas.openxmlformats.org/drawingml/2006/main" r:id="RelId3"/>
          </p:cNvPr>
          <p:cNvPicPr>
            <a:picLocks xmlns:a="http://schemas.openxmlformats.org/drawingml/2006/main" noChangeAspect="1"/>
          </p:cNvPicPr>
          <p:nvPr/>
        </p:nvPicPr>
        <p:blipFill>
          <a:blip xmlns:r="http://schemas.openxmlformats.org/officeDocument/2006/relationships" xmlns:a="http://schemas.openxmlformats.org/drawingml/2006/main" r:embed="imgId152061167"/>
          <a:stretch xmlns:a="http://schemas.openxmlformats.org/drawingml/2006/main">
            <a:fillRect/>
          </a:stretch>
        </p:blipFill>
        <p:spPr>
          <a:xfrm xmlns:a="http://schemas.openxmlformats.org/drawingml/2006/main">
            <a:off x="295275" y="0"/>
            <a:ext cx="11591925"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Sales view</a:t>
            </a:r>
          </a:p>
        </p:txBody>
      </p:sp>
    </p:spTree>
    <p:clrMapOvr>
      <a:masterClrMapping xmlns:a="http://schemas.openxmlformats.org/drawingml/2006/main"/>
    </p:clrMapOvr>
  </p:cSld>
</p:sld>
</file>

<file path=ppt/slides/slide6.xml><?xml version="1.0" encoding="utf-8"?>
<p:sld xmlns:p="http://schemas.openxmlformats.org/presentationml/2006/main">
  <p:cSld>
    <p:spTree>
      <p:nvGrpSpPr>
        <p:cNvPr id="1" name=""/>
        <p:cNvGrpSpPr/>
        <p:nvPr/>
      </p:nvGrpSpPr>
      <p:grpSpPr/>
      <p:pic>
        <p:nvPicPr>
          <p:cNvPr id="3" name="Picture" title="This slide contains the following visuals: slicer ,slicer ,image ,pivotTable ,textbox ,shape ,textbox ,image ,image ,image ,textbox ,donutChart ,waterfallChart ,GM % Button ,pivotTable ,slicer ,image ,image ,slicer ,image ,actionButton ,NP % Visual ,image ,textbox ,shape ,slicer ,textbox ,scatterChart ,slicer. Please refer to the notes on this slide for details">
            <a:hlinkClick xmlns:r="http://schemas.openxmlformats.org/officeDocument/2006/relationships" xmlns:a="http://schemas.openxmlformats.org/drawingml/2006/main" r:id="RelId4"/>
          </p:cNvPr>
          <p:cNvPicPr>
            <a:picLocks xmlns:a="http://schemas.openxmlformats.org/drawingml/2006/main" noChangeAspect="1"/>
          </p:cNvPicPr>
          <p:nvPr/>
        </p:nvPicPr>
        <p:blipFill>
          <a:blip xmlns:r="http://schemas.openxmlformats.org/officeDocument/2006/relationships" xmlns:a="http://schemas.openxmlformats.org/drawingml/2006/main" r:embed="imgId152061161"/>
          <a:stretch xmlns:a="http://schemas.openxmlformats.org/drawingml/2006/main">
            <a:fillRect/>
          </a:stretch>
        </p:blipFill>
        <p:spPr>
          <a:xfrm xmlns:a="http://schemas.openxmlformats.org/drawingml/2006/main">
            <a:off x="438150" y="0"/>
            <a:ext cx="112966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Marketing View</a:t>
            </a:r>
          </a:p>
        </p:txBody>
      </p:sp>
    </p:spTree>
    <p:clrMapOvr>
      <a:masterClrMapping xmlns:a="http://schemas.openxmlformats.org/drawingml/2006/main"/>
    </p:clrMapOvr>
  </p:cSld>
</p:sld>
</file>

<file path=ppt/slides/slide7.xml><?xml version="1.0" encoding="utf-8"?>
<p:sld xmlns:p="http://schemas.openxmlformats.org/presentationml/2006/main">
  <p:cSld>
    <p:spTree>
      <p:nvGrpSpPr>
        <p:cNvPr id="1" name=""/>
        <p:cNvGrpSpPr/>
        <p:nvPr/>
      </p:nvGrpSpPr>
      <p:grpSpPr/>
      <p:pic>
        <p:nvPicPr>
          <p:cNvPr id="3" name="Picture" title="This slide contains the following visuals: pivotTable ,image ,kpi ,textbox ,slicer ,image ,slicer ,shape ,textbox ,image ,image ,slicer ,lineClusteredColumnComboChart ,textbox ,textbox ,textbox ,shape ,image ,image ,kpi ,textbox ,kpi ,image ,image ,slicer ,image ,image ,pivotTable ,slicer ,slicer ,image ,textbox. Please refer to the notes on this slide for details">
            <a:hlinkClick xmlns:r="http://schemas.openxmlformats.org/officeDocument/2006/relationships" xmlns:a="http://schemas.openxmlformats.org/drawingml/2006/main" r:id="RelId5"/>
          </p:cNvPr>
          <p:cNvPicPr>
            <a:picLocks xmlns:a="http://schemas.openxmlformats.org/drawingml/2006/main" noChangeAspect="1"/>
          </p:cNvPicPr>
          <p:nvPr/>
        </p:nvPicPr>
        <p:blipFill>
          <a:blip xmlns:r="http://schemas.openxmlformats.org/officeDocument/2006/relationships" xmlns:a="http://schemas.openxmlformats.org/drawingml/2006/main" r:embed="imgId152061164"/>
          <a:stretch xmlns:a="http://schemas.openxmlformats.org/drawingml/2006/main">
            <a:fillRect/>
          </a:stretch>
        </p:blipFill>
        <p:spPr>
          <a:xfrm xmlns:a="http://schemas.openxmlformats.org/drawingml/2006/main">
            <a:off x="200025" y="0"/>
            <a:ext cx="11782425"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Supply Chain View</a:t>
            </a:r>
          </a:p>
        </p:txBody>
      </p:sp>
    </p:spTree>
    <p:clrMapOvr>
      <a:masterClrMapping xmlns:a="http://schemas.openxmlformats.org/drawingml/2006/main"/>
    </p:clrMapOvr>
  </p:cSld>
</p:sld>
</file>

<file path=ppt/slides/slide8.xml><?xml version="1.0" encoding="utf-8"?>
<p:sld xmlns:p="http://schemas.openxmlformats.org/presentationml/2006/main">
  <p:cSld>
    <p:spTree>
      <p:nvGrpSpPr>
        <p:cNvPr id="1" name=""/>
        <p:cNvGrpSpPr/>
        <p:nvPr/>
      </p:nvGrpSpPr>
      <p:grpSpPr/>
      <p:pic>
        <p:nvPicPr>
          <p:cNvPr id="3" name="Picture" title="This slide contains the following visuals: textbox ,image ,slicer ,image ,pivotTable ,ribbonChart ,image ,image ,donutChart ,image ,textbox ,kpi ,image ,slicer ,pivotTable ,slicer ,shape ,textbox ,slicer ,textbox ,donutChart ,textbox ,textbox ,shape ,image ,kpi ,textbox ,textbox ,slicer ,slicer ,pivotTable ,image ,image ,textbox ,textbox ,kpi ,textbox ,image ,image ,shape ,textbox ,kpi ,slicer ,image ,lineStackedColumnComboChart ,textbox. Please refer to the notes on this slide for details">
            <a:hlinkClick xmlns:r="http://schemas.openxmlformats.org/officeDocument/2006/relationships" xmlns:a="http://schemas.openxmlformats.org/drawingml/2006/main" r:id="RelId6"/>
          </p:cNvPr>
          <p:cNvPicPr>
            <a:picLocks xmlns:a="http://schemas.openxmlformats.org/drawingml/2006/main" noChangeAspect="1"/>
          </p:cNvPicPr>
          <p:nvPr/>
        </p:nvPicPr>
        <p:blipFill>
          <a:blip xmlns:r="http://schemas.openxmlformats.org/officeDocument/2006/relationships" xmlns:a="http://schemas.openxmlformats.org/drawingml/2006/main" r:embed="imgId152061166"/>
          <a:stretch xmlns:a="http://schemas.openxmlformats.org/drawingml/2006/main">
            <a:fillRect/>
          </a:stretch>
        </p:blipFill>
        <p:spPr>
          <a:xfrm xmlns:a="http://schemas.openxmlformats.org/drawingml/2006/main">
            <a:off x="0" y="57150"/>
            <a:ext cx="12182475" cy="672465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Executive View</a:t>
            </a:r>
          </a:p>
        </p:txBody>
      </p:sp>
    </p:spTree>
    <p:clrMapOvr>
      <a:masterClrMapping xmlns:a="http://schemas.openxmlformats.org/drawingml/2006/main"/>
    </p:clrMapOvr>
  </p:cSld>
</p:sld>
</file>

<file path=ppt/slides/slide9.xml><?xml version="1.0" encoding="utf-8"?>
<p:sld xmlns:p="http://schemas.openxmlformats.org/presentationml/2006/main">
  <p:cSld>
    <p:spTree>
      <p:nvGrpSpPr>
        <p:cNvPr id="1" name=""/>
        <p:cNvGrpSpPr/>
        <p:nvPr/>
      </p:nvGrpSpPr>
      <p:grpSpPr/>
      <p:pic>
        <p:nvPicPr>
          <p:cNvPr id="3" name="Picture" title="This slide contains the following visuals: actionButton ,textbox ,shape ,actionButton ,image ,image ,image ,actionButton ,shape ,image ,textbox ,image ,actionButton ,image ,actionButton ,image ,image. Please refer to the notes on this slide for details">
            <a:hlinkClick xmlns:r="http://schemas.openxmlformats.org/officeDocument/2006/relationships" xmlns:a="http://schemas.openxmlformats.org/drawingml/2006/main" r:id="RelId7"/>
          </p:cNvPr>
          <p:cNvPicPr>
            <a:picLocks xmlns:a="http://schemas.openxmlformats.org/drawingml/2006/main" noChangeAspect="1"/>
          </p:cNvPicPr>
          <p:nvPr/>
        </p:nvPicPr>
        <p:blipFill>
          <a:blip xmlns:r="http://schemas.openxmlformats.org/officeDocument/2006/relationships" xmlns:a="http://schemas.openxmlformats.org/drawingml/2006/main" r:embed="imgId152061162"/>
          <a:stretch xmlns:a="http://schemas.openxmlformats.org/drawingml/2006/main">
            <a:fillRect/>
          </a:stretch>
        </p:blipFill>
        <p:spPr>
          <a:xfrm xmlns:a="http://schemas.openxmlformats.org/drawingml/2006/main">
            <a:off x="723900" y="0"/>
            <a:ext cx="10725150" cy="684847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Support</a:t>
            </a:r>
          </a:p>
        </p:txBody>
      </p:sp>
    </p:spTree>
    <p:clrMapOvr>
      <a:masterClrMapping xmlns:a="http://schemas.openxmlformats.org/drawingml/2006/main"/>
    </p:clrMapOvr>
  </p:cSld>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TotalTime>
  <Words>27</Words>
  <Application>Microsoft Office PowerPoint</Application>
  <PresentationFormat>Widescreen</PresentationFormat>
  <Paragraphs>6</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Segoe UI</vt:lpstr>
      <vt:lpstr>Segoe UI Light</vt:lpstr>
      <vt:lpstr>Segoe UI Semibold</vt:lpstr>
      <vt:lpstr>Custom Design</vt:lpstr>
      <vt:lpstr>#Name of Power BI report#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Brian Butler</cp:lastModifiedBy>
  <cp:revision>4</cp:revision>
  <dcterms:created xsi:type="dcterms:W3CDTF">2016-09-04T11:54:55Z</dcterms:created>
  <dcterms:modified xsi:type="dcterms:W3CDTF">2020-11-25T15:29:01Z</dcterms:modified>
</cp:coreProperties>
</file>